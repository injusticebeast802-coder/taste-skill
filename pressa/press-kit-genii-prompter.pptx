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ss-muzh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0"/>
            <a:ext cx="4846320" cy="6858000"/>
          </a:xfrm>
          <a:prstGeom prst="rect">
            <a:avLst/>
          </a:prstGeom>
        </p:spPr>
      </p:pic>
      <p:pic>
        <p:nvPicPr>
          <p:cNvPr id="4" name="Picture 3" descr="press-f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168335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774375" y="219456"/>
            <a:ext cx="1005840" cy="1316736"/>
          </a:xfrm>
          <a:prstGeom prst="roundRect">
            <a:avLst>
              <a:gd name="adj" fmla="val 12727"/>
            </a:avLst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6751015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500" b="1">
                <a:solidFill>
                  <a:srgbClr val="FFFFFF"/>
                </a:solidFill>
                <a:latin typeface="Unbounded"/>
              </a:rPr>
              <a:t>ИНТЕЛЛЕКТУАЛЬНЫЙ СЕРВИС
ДЛЯ АВТОМАТИЗАЦИИ SMM
И УСИЛЕНИЯ ЦИФРОВОГО
ПРИСУТСТВИЯ КОМПАНИЙ
В ИНТЕРНЕТЕ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04538"/>
            <a:ext cx="182880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6290"/>
            <a:ext cx="66595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Руслан Анатольевич Дёмин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5473"/>
            <a:ext cx="665957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6842455" cy="478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
20 октября 2026 · Москва, Кузнецкий мост,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623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Пять ИИ-агентов вместо отдела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23744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58440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ниша, конкуренты и запросы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1607" y="2523744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18807" y="2377440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8807" y="2758440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тексты в стиле бренда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310128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91127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визуал под каждую площадку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1607" y="3456432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8807" y="3310128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AI-сценарист и 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8807" y="3691127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сценарий и готовый ролик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89120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242816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623816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проверка, публикация, контроль выдачи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221224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40680"/>
            <a:ext cx="10820095" cy="357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Автопубликация: </a:t>
            </a:r>
            <a:r>
              <a:rPr sz="1600" b="0">
                <a:solidFill>
                  <a:srgbClr val="D6E4FF"/>
                </a:solidFill>
                <a:latin typeface="Inter"/>
              </a:rPr>
              <a:t>Telegram · VK · Дзен · Одноклассники · Max · Instagram*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908040"/>
            <a:ext cx="10820095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Сверх цикла: </a:t>
            </a:r>
            <a:r>
              <a:rPr sz="1500" b="0">
                <a:solidFill>
                  <a:srgbClr val="9FB6DC"/>
                </a:solidFill>
                <a:latin typeface="Inter"/>
              </a:rPr>
              <a:t>Цифровой двойник · Видео по сценарию · Сайт под заявки · Брендбук и мерч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2484"/>
            <a:ext cx="10820095" cy="236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FB6DC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8</a:t>
            </a:r>
          </a:p>
        </p:txBody>
      </p:sp>
      <p:pic>
        <p:nvPicPr>
          <p:cNvPr id="4" name="Picture 3" descr="press-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37360"/>
            <a:ext cx="6568135" cy="263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2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10512"/>
            <a:ext cx="82296" cy="252374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63440"/>
            <a:ext cx="656813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702533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7025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FB6DC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48640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70–80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54864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тысяч рублей в месяц — столько стоят те же роли своими силами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6E4F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9FB6DC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623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Кейсы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55 РозДари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36391"/>
            <a:ext cx="2396413" cy="501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доставка цветов · Нижний Новгород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6 месяцев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745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693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3693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Сахара.Нет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ПП-конфеты без сахара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693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3,5 месяца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693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693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кликов на WB и Ozon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693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оформлений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1587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1587" y="2752344"/>
            <a:ext cx="2396413" cy="499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Эмиграционно-визовый центр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1587" y="3288792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Калининград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1587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 месяца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1587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1587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1587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1587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09481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481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МЁД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481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кафе-караоке · Домодедово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5 месяцев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9481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9481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9481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6108192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309360"/>
            <a:ext cx="10820095" cy="330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4 проекта за 2026 год: </a:t>
            </a:r>
            <a:r>
              <a:rPr sz="1500" b="1">
                <a:solidFill>
                  <a:srgbClr val="FFFFFF"/>
                </a:solidFill>
                <a:latin typeface="Inter"/>
              </a:rPr>
              <a:t>1 451 обращение и 698 клиентов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8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7315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30626"/>
            <a:ext cx="201168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04946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44874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ubeto@mail.ru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4802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7FC4FF"/>
                </a:solidFill>
                <a:latin typeface="Inter"/>
              </a:rPr>
              <a:t>genii-ai.ru</a:t>
            </a:r>
          </a:p>
        </p:txBody>
      </p:sp>
      <p:pic>
        <p:nvPicPr>
          <p:cNvPr id="14" name="Picture 13" descr="press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9975" y="1554480"/>
            <a:ext cx="1645920" cy="16459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820095" cy="51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Промптер — </a:t>
            </a:r>
            <a:r>
              <a:rPr sz="1250" b="0">
                <a:solidFill>
                  <a:srgbClr val="9FB6DC"/>
                </a:solidFill>
                <a:latin typeface="Inter"/>
              </a:rPr>
              <a:t>российский сервис автоматизации SMM: исследование ниши, стратегия, генерация текстов, изображений и видео, публикация на 6+ площадках.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58915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ГенИИ — </a:t>
            </a:r>
            <a:r>
              <a:rPr sz="1250" b="0">
                <a:solidFill>
                  <a:srgbClr val="9FB6DC"/>
                </a:solidFill>
                <a:latin typeface="Inter"/>
              </a:rPr>
              <a:t>официальный партнёр «Промптера» по Москве и области. Продвижение компаний в ответах нейросетей: SEO и GEO.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