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f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424160" cy="1805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200" b="1">
                <a:solidFill>
                  <a:srgbClr val="FFFFFF"/>
                </a:solidFill>
                <a:latin typeface="Unbounded"/>
              </a:rPr>
              <a:t>Полный ИИ-цикл
для бизнеса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2288"/>
            <a:ext cx="9509760" cy="46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D6E4FF"/>
                </a:solidFill>
                <a:latin typeface="Inter"/>
              </a:rPr>
              <a:t>От исследования ниши до публикации на шести площадках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113528"/>
            <a:ext cx="201168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433568"/>
            <a:ext cx="91440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  <a:r>
              <a:rPr sz="1900" b="0">
                <a:solidFill>
                  <a:srgbClr val="9FB6DC"/>
                </a:solidFill>
                <a:latin typeface="Inter"/>
              </a:rPr>
              <a:t>    управляющий партнёр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44768"/>
            <a:ext cx="10789920" cy="286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   ·   20 октября 2026   ·  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FB6DC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6</a:t>
            </a:r>
          </a:p>
        </p:txBody>
      </p:sp>
      <p:pic>
        <p:nvPicPr>
          <p:cNvPr id="4" name="Picture 3" descr="press-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37360"/>
            <a:ext cx="6568135" cy="263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2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10512"/>
            <a:ext cx="82296" cy="252374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656813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702533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7025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FB6DC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548640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70–80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54864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тысяч рублей в месяц — столько стоят те же роли своими силами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7315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30626"/>
            <a:ext cx="201168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04946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44874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ubeto@mail.ru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4802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7FC4FF"/>
                </a:solidFill>
                <a:latin typeface="Inter"/>
              </a:rPr>
              <a:t>genii-ai.ru</a:t>
            </a:r>
          </a:p>
        </p:txBody>
      </p:sp>
      <p:pic>
        <p:nvPicPr>
          <p:cNvPr id="14" name="Picture 13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9975" y="1554480"/>
            <a:ext cx="1645920" cy="16459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51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Промптер — </a:t>
            </a:r>
            <a:r>
              <a:rPr sz="1250" b="0">
                <a:solidFill>
                  <a:srgbClr val="9FB6DC"/>
                </a:solidFill>
                <a:latin typeface="Inter"/>
              </a:rPr>
              <a:t>российский сервис автоматизации SMM: исследование ниши, стратегия, генерация текстов, изображений и видео, публикация на 6+ площадках.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58915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ГенИИ — </a:t>
            </a:r>
            <a:r>
              <a:rPr sz="1250" b="0">
                <a:solidFill>
                  <a:srgbClr val="9FB6DC"/>
                </a:solidFill>
                <a:latin typeface="Inter"/>
              </a:rPr>
              <a:t>официальный партнёр «Промптера» по Москве и области. Продвижение компаний в ответах нейросетей: SEO и GEO.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