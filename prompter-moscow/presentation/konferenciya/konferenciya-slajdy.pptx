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9888" y="54864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26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6735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 spc="220">
                <a:solidFill>
                  <a:srgbClr val="E8611A"/>
                </a:solidFill>
                <a:latin typeface="Arial"/>
              </a:rPr>
              <a:t>ТЕМЫ ДЛЯ КОНФЕРЕНЦИИ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spc="180">
                <a:solidFill>
                  <a:srgbClr val="FFFFFF"/>
                </a:solidFill>
                <a:latin typeface="Arial"/>
              </a:rPr>
              <a:t>ТЕМЫ ДЛЯ КОНФЕРЕНЦИИ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87169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00" b="0">
                <a:solidFill>
                  <a:srgbClr val="C9C6C2"/>
                </a:solidFill>
                <a:latin typeface="Arial"/>
              </a:rPr>
              <a:t>Что даёт предпринимателю полный AI-цикл: исследования, стратегия, генерация текстов, картинок и видео, автопубликация на 6+ площадках. Продвижение в SEO и GEO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3271418" cy="2377440"/>
          </a:xfrm>
          <a:prstGeom prst="roundRect">
            <a:avLst>
              <a:gd name="adj" fmla="val 6153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ТЕМА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85032"/>
            <a:ext cx="272277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Время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178808"/>
            <a:ext cx="26496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C9C6C2"/>
                </a:solidFill>
                <a:latin typeface="Arial"/>
              </a:rPr>
              <a:t>Контент-фабрики есть у всех, но процессом управляет человек. Управление циклом можно отдать самому ИИ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0138" y="3063240"/>
            <a:ext cx="3271418" cy="2377440"/>
          </a:xfrm>
          <a:prstGeom prst="roundRect">
            <a:avLst>
              <a:gd name="adj" fmla="val 6153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4458" y="3355848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ТЕМА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4458" y="3685032"/>
            <a:ext cx="272277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Деньги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1034" y="4178808"/>
            <a:ext cx="26496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C9C6C2"/>
                </a:solidFill>
                <a:latin typeface="Arial"/>
              </a:rPr>
              <a:t>Не платить агентству, не покупать токены, не воевать с блокировками аккаунтов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8738" y="4965192"/>
            <a:ext cx="281421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4ADE80"/>
                </a:solidFill>
                <a:latin typeface="Arial"/>
              </a:rPr>
              <a:t>от 120–150 000 ₽ в месяц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3063240"/>
            <a:ext cx="3271418" cy="2377440"/>
          </a:xfrm>
          <a:prstGeom prst="roundRect">
            <a:avLst>
              <a:gd name="adj" fmla="val 6153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1636" y="3355848"/>
            <a:ext cx="272277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ТЕМА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1636" y="3685032"/>
            <a:ext cx="272277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Нейровыдача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8212" y="4178808"/>
            <a:ext cx="264962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C9C6C2"/>
                </a:solidFill>
                <a:latin typeface="Arial"/>
              </a:rPr>
              <a:t>Попасть в ответы нейросетей можно целенаправленно. Это не кнопка: от 3 до 6 месяцев работы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833872"/>
            <a:ext cx="10545775" cy="658368"/>
          </a:xfrm>
          <a:prstGeom prst="roundRect">
            <a:avLst>
              <a:gd name="adj" fmla="val 22222"/>
            </a:avLst>
          </a:prstGeom>
          <a:solidFill>
            <a:srgbClr val="160E0A"/>
          </a:solidFill>
          <a:ln w="25400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833872"/>
            <a:ext cx="98142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РУСЛАН ДЁМИН, управляющий партнёр        +7 906 758-77-77        @geniimoscow        prompter.moscow@mail.ru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1587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548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9888" y="54864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260">
                <a:solidFill>
                  <a:srgbClr val="FFFFFF"/>
                </a:solidFill>
                <a:latin typeface="Arial"/>
              </a:rPr>
              <a:t>ПРОМПТЕР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6735" y="585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1" spc="220">
                <a:solidFill>
                  <a:srgbClr val="E8611A"/>
                </a:solidFill>
                <a:latin typeface="Arial"/>
              </a:rPr>
              <a:t>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4577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 spc="280">
                <a:solidFill>
                  <a:srgbClr val="FFFFFF"/>
                </a:solidFill>
                <a:latin typeface="Arial"/>
              </a:rPr>
              <a:t>КОНТАКТЫ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C9C6C2"/>
                </a:solidFill>
                <a:latin typeface="Arial"/>
              </a:rPr>
              <a:t>Подключим ваш бизнес к «Промптеру» — напишите или позвоните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063240"/>
            <a:ext cx="3240938" cy="1417320"/>
          </a:xfrm>
          <a:prstGeom prst="roundRect">
            <a:avLst>
              <a:gd name="adj" fmla="val 10322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74136"/>
            <a:ext cx="27837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ТЕЛЕФОН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776472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+7 906 758-77-77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5378" y="3063240"/>
            <a:ext cx="3240938" cy="1417320"/>
          </a:xfrm>
          <a:prstGeom prst="roundRect">
            <a:avLst>
              <a:gd name="adj" fmla="val 10322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3978" y="3374136"/>
            <a:ext cx="27837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МЕССЕНДЖЕР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394" y="3776472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@geniimoscow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3063240"/>
            <a:ext cx="3240938" cy="1417320"/>
          </a:xfrm>
          <a:prstGeom prst="roundRect">
            <a:avLst>
              <a:gd name="adj" fmla="val 10322"/>
            </a:avLst>
          </a:prstGeom>
          <a:solidFill>
            <a:srgbClr val="160E0A"/>
          </a:solidFill>
          <a:ln w="22225">
            <a:solidFill>
              <a:srgbClr val="E8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3374136"/>
            <a:ext cx="278373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200">
                <a:solidFill>
                  <a:srgbClr val="E8611A"/>
                </a:solidFill>
                <a:latin typeface="Arial"/>
              </a:rPr>
              <a:t>ПОЧТА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5812" y="3776472"/>
            <a:ext cx="29849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>
                <a:solidFill>
                  <a:srgbClr val="FFFFFF"/>
                </a:solidFill>
                <a:latin typeface="Arial"/>
              </a:rPr>
              <a:t>prompter.moscow@mail.ru</a:t>
            </a:r>
          </a:p>
        </p:txBody>
      </p:sp>
      <p:pic>
        <p:nvPicPr>
          <p:cNvPr id="18" name="Picture 17" descr="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487" y="4800600"/>
            <a:ext cx="1188720" cy="1188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6108192"/>
            <a:ext cx="1054577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spc="120">
                <a:solidFill>
                  <a:srgbClr val="FF8A3D"/>
                </a:solidFill>
                <a:latin typeface="Arial"/>
              </a:rPr>
              <a:t>prompter-ai.moscow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