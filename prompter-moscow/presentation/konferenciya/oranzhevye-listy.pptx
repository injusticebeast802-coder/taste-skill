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Рамка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"/>
            <a:ext cx="633984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6088" y="4297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Unbounded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6088" y="77724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FF8A3D"/>
                </a:solidFill>
                <a:latin typeface="Inter"/>
              </a:rPr>
              <a:t>genii-ai.ru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1847" y="411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62695" y="85039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1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A2978E"/>
                </a:solidFill>
                <a:latin typeface="Inter"/>
              </a:rPr>
              <a:t>Исследование · Стратегия · Генерация</a:t>
            </a:r>
            <a:r>
              <a:rPr sz="1800" b="1">
                <a:solidFill>
                  <a:srgbClr val="FFFFFF"/>
                </a:solidFill>
                <a:latin typeface="Inter"/>
              </a:rPr>
              <a:t>      Проверка · Публикация · Анализ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43600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2978E"/>
                </a:solidFill>
                <a:latin typeface="Inter"/>
              </a:rPr>
              <a:t>Светлым — то, что почти везде до сих пор делает человек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Рамка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"/>
            <a:ext cx="633984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6088" y="4297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Unbounded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6088" y="77724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FF8A3D"/>
                </a:solidFill>
                <a:latin typeface="Inter"/>
              </a:rPr>
              <a:t>genii-ai.ru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1847" y="411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62695" y="85039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2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20240"/>
            <a:ext cx="1027145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6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993392"/>
            <a:ext cx="82296" cy="2267712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59028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39496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632704"/>
            <a:ext cx="10820095" cy="364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A2978E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Рамка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"/>
            <a:ext cx="633984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6088" y="4297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Unbounded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6088" y="77724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FF8A3D"/>
                </a:solidFill>
                <a:latin typeface="Inter"/>
              </a:rPr>
              <a:t>genii-ai.ru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1847" y="411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62695" y="85039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3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10820095" cy="1083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800" b="1">
                <a:solidFill>
                  <a:srgbClr val="FF9A4D"/>
                </a:solidFill>
                <a:latin typeface="Unbounded"/>
              </a:rPr>
              <a:t>120–150 000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1468"/>
            <a:ext cx="1082009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ED6CF"/>
                </a:solidFill>
                <a:latin typeface="Inter"/>
              </a:rPr>
              <a:t>в месяц — столько стоит digital-агентство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Рамка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"/>
            <a:ext cx="633984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6088" y="4297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Unbounded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6088" y="77724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FF8A3D"/>
                </a:solidFill>
                <a:latin typeface="Inter"/>
              </a:rPr>
              <a:t>genii-ai.ru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1847" y="411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62695" y="85039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4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FF9A4D"/>
                </a:solidFill>
                <a:latin typeface="Unbounded"/>
              </a:rPr>
              <a:t>3–6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ED6C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FF9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DED6C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500" b="0">
                <a:solidFill>
                  <a:srgbClr val="A2978E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Рамка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"/>
            <a:ext cx="633984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6088" y="4297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Unbounded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6088" y="777240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FF8A3D"/>
                </a:solidFill>
                <a:latin typeface="Inter"/>
              </a:rPr>
              <a:t>genii-ai.ru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1847" y="411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62695" y="85039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5 / 5</a:t>
            </a:r>
          </a:p>
        </p:txBody>
      </p:sp>
      <p:pic>
        <p:nvPicPr>
          <p:cNvPr id="10" name="Picture 9" descr="press-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2775" y="1600200"/>
            <a:ext cx="210312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854135" y="3904487"/>
            <a:ext cx="2651760" cy="353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Inter"/>
              </a:rPr>
              <a:t>prompter-ai.moscow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4135" y="4258310"/>
            <a:ext cx="265176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FF8A3D"/>
                </a:solidFill>
                <a:latin typeface="Inter"/>
              </a:rPr>
              <a:t>SEO и GEO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554480"/>
            <a:ext cx="7985455" cy="727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FFFFFF"/>
                </a:solidFill>
                <a:latin typeface="Unbounded"/>
              </a:rPr>
              <a:t>Полный AI цикл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92832"/>
            <a:ext cx="7985455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DED6CF"/>
                </a:solidFill>
                <a:latin typeface="Inter"/>
              </a:rPr>
              <a:t>Исследование, генерация контента, автоматическая публикация на площадках, аналитика нейровыдачи.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52952"/>
            <a:ext cx="7985455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DED6CF"/>
                </a:solidFill>
                <a:latin typeface="Inter"/>
              </a:rPr>
              <a:t>Интеллектуальный сервис для автоматизации SMM и усиления цифрового присутствия компании в интернете.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86400"/>
            <a:ext cx="10820095" cy="398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+7 906 758-77-77     @geniimoscow     prompter.moscow@mail.ru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76747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A2978E"/>
                </a:solidFill>
                <a:latin typeface="Inter"/>
              </a:rPr>
              <a:t>Руслан Анатольевич Дёмин, управляющий партнёр</a:t>
            </a:r>
            <a:r>
              <a:rPr sz="1250" b="0">
                <a:solidFill>
                  <a:srgbClr val="A2978E"/>
                </a:solidFill>
                <a:latin typeface="Inter"/>
              </a:rPr>
              <a:t>     ГенИИ — официальный партнёр «Промптера» по Москве и области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