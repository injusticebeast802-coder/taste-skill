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auto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АВТО И МОТО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АВТО И МОТО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/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автосервисы, дилеров, детейлинг и мотосалоны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АВТОБИЗНЕС НЕ ДОБИВАЕТСЯ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автосервисов, дилеров и мотосалонов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Клиенты спрашивают у нейросети «где обслужить машину»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Мастера и приёмка заняты клиентами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 сервис теряет клиентов ещё до того, как они решили, куда записаться на ремонт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/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записи, загрузку постов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Клиенты всё чаще спрашивают «надёжный автосервис рядом»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Клиенты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Клиент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клиентов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Где обслужить машину рядом с центром?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сервиса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Автосервис «Гараж»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Детейлинг «Блеск»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______________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/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сервис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автовладельцам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автосервисы, дилеров и мотосалоны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об услугах, работах, сроках и гарантии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автовладельцев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сервисе или салоне и автоматически публикует его на шести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записей на сервис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услуги, оборудование, сроки и гарантии,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шести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Клиенты находят вас, доверяют рекомендации нейросети и записываются на сервис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 работает 24/7: вы занимаетесь машинами — Промптер занимается продвижением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клиент спрашивает, где обслужить машину,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об услугах, работах, сроках и гарантии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6 площадок для публикаций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 Instagram принадлежит компании Meta, признанной экстремистской организацией и запрещённой на территории Российской Федерации.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авто и мото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автосервисов, дилеров и мотосалонов — говорим с клиентами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