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beauty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98039"/>
                </a:srgbClr>
              </a:gs>
              <a:gs pos="50000">
                <a:srgbClr val="F6EFE2">
                  <a:alpha val="87843"/>
                </a:srgbClr>
              </a:gs>
              <a:gs pos="78000">
                <a:srgbClr val="F6EFE2">
                  <a:alpha val="47843"/>
                </a:srgbClr>
              </a:gs>
              <a:gs pos="100000">
                <a:srgbClr val="F6EFE2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965200" y="5588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 dirty="0">
                <a:solidFill>
                  <a:srgbClr val="2B1D1A"/>
                </a:solidFill>
                <a:latin typeface="MiSans"/>
                <a:ea typeface="MiSans"/>
              </a:rPr>
              <a:t>ПРОМПТЕР</a:t>
            </a:r>
            <a:endParaRPr lang="en-US" sz="1900" dirty="0"/>
          </a:p>
        </p:txBody>
      </p:sp>
      <p:sp>
        <p:nvSpPr>
          <p:cNvPr id="5" name="brand-sub"/>
          <p:cNvSpPr txBox="1"/>
          <p:nvPr/>
        </p:nvSpPr>
        <p:spPr>
          <a:xfrm>
            <a:off x="965200" y="9144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8A756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GEO- И SEO-ПРОДВИЖЕНИЕ ДЛЯ БЬЮТИ-СФЕРЫ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КОМПЛЕКСНОЕ GEO- И SEO-</a:t>
            </a:r>
            <a:endParaRPr lang="en-US" sz="3200"/>
          </a:p>
          <a:p>
            <a:pPr algn="l">
              <a:lnSpc>
                <a:spcPct val="122000"/>
              </a:lnSpc>
            </a:pPr>
            <a:r>
              <a:rPr lang="en-US" sz="3200" b="1">
                <a:solidFill>
                  <a:srgbClr val="2B1D1A"/>
                </a:solidFill>
                <a:latin typeface="MiSans"/>
                <a:ea typeface="MiSans"/>
              </a:rPr>
              <a:t>ПРОДВИЖЕНИЕ </a:t>
            </a:r>
            <a:r>
              <a:rPr lang="en-US" sz="3200" b="1">
                <a:solidFill>
                  <a:srgbClr val="6D1F2C"/>
                </a:solidFill>
                <a:latin typeface="MiSans"/>
                <a:ea typeface="MiSans"/>
              </a:rPr>
              <a:t>САЛОНОВ КРАСОТЫ</a:t>
            </a:r>
            <a:endParaRPr lang="en-US" sz="3200"/>
          </a:p>
        </p:txBody>
      </p:sp>
      <p:sp>
        <p:nvSpPr>
          <p:cNvPr id="8" name="subtitle"/>
          <p:cNvSpPr txBox="1"/>
          <p:nvPr/>
        </p:nvSpPr>
        <p:spPr>
          <a:xfrm>
            <a:off x="711200" y="3886200"/>
            <a:ext cx="6604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8A7568"/>
                </a:solidFill>
                <a:latin typeface="MiSans"/>
                <a:ea typeface="MiSans"/>
              </a:rPr>
              <a:t>Делаем салоны красоты, студии и косметологии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9022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 err="1">
                <a:solidFill>
                  <a:srgbClr val="2B1D1A"/>
                </a:solidFill>
                <a:latin typeface="MiSans"/>
                <a:ea typeface="MiSans"/>
              </a:rPr>
              <a:t>Стоимость</a:t>
            </a:r>
            <a:r>
              <a:rPr lang="en-US" sz="1500" dirty="0">
                <a:solidFill>
                  <a:srgbClr val="2B1D1A"/>
                </a:solidFill>
                <a:latin typeface="MiSans"/>
                <a:ea typeface="MiSans"/>
              </a:rPr>
              <a:t>: 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от</a:t>
            </a:r>
            <a:r>
              <a:rPr lang="en-US" sz="1900" b="1" dirty="0">
                <a:solidFill>
                  <a:srgbClr val="6D1F2C"/>
                </a:solidFill>
                <a:latin typeface="MiSans"/>
                <a:ea typeface="MiSans"/>
              </a:rPr>
              <a:t> 29500 ₽/</a:t>
            </a:r>
            <a:r>
              <a:rPr lang="en-US" sz="1900" b="1" dirty="0" err="1">
                <a:solidFill>
                  <a:srgbClr val="6D1F2C"/>
                </a:solidFill>
                <a:latin typeface="MiSans"/>
                <a:ea typeface="MiSans"/>
              </a:rPr>
              <a:t>мес</a:t>
            </a:r>
            <a:endParaRPr lang="en-US" sz="1500" dirty="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455387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ПОЧЕМУ САЛОНЫ КРАСОТЫ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2B1D1A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Большинство салонов, студий и косметологий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Клиентки спрашивают у нейросети «лучший салон рядом»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Мастера и администраторы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6D1F2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салон теряет клиенток ещё до того, как они решили, куда записаться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Отсутствие в ответах нейросетей напрямую влияет на записи, поток клиенток и репутацию салона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Клиентки всё чаще спрашивают «лучший салон красоты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Клиентка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Рекомендация ИИ воспринимается как совет подруги-эксперта — ей доверяют и записываются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клиенток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3D6C0"/>
            </a:solidFill>
          </a:ln>
          <a:effectLst>
            <a:outerShdw blurRad="228600" dist="101600" dir="5400000" algn="bl" rotWithShape="0">
              <a:srgbClr val="6D1F2C">
                <a:alpha val="12157"/>
              </a:srgbClr>
            </a:outerShdw>
          </a:effectLst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2B1D1A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6D1F2C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6EFE2"/>
                </a:solidFill>
                <a:latin typeface="MiSans"/>
                <a:ea typeface="MiSans"/>
              </a:rPr>
              <a:t>Куда сходить на стрижку и уход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F1E6D3"/>
          </a:solidFill>
          <a:ln w="12700">
            <a:solidFill>
              <a:srgbClr val="E3D6C0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1. Салон «Атмосфера»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2. Студия «Образ»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2B1D1A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6D1F2C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8A7568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8A7568"/>
                </a:solidFill>
                <a:latin typeface="MiSans"/>
                <a:ea typeface="MiSans"/>
              </a:rPr>
              <a:t>Нейросеть уже отвечает клиенткам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6D1F2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салоны красоты, студии и косметологии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6D1F2C">
              <a:alpha val="7059"/>
            </a:srgbClr>
          </a:solidFill>
          <a:ln w="12700">
            <a:solidFill>
              <a:srgbClr val="6D1F2C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6D1F2C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8" name="c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Создаёт тексты об услугах, мастерах и атмосфере салона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2" name="c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16" name="c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Строит стратегию продвижения в нейровыдаче под формат вашего салона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0" name="c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4" name="c5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Анализирует конкурентов и аудиторию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  <a:effectLst>
            <a:outerShdw blurRad="127000" dist="50800" dir="5400000" algn="bl" rotWithShape="0">
              <a:srgbClr val="6D1F2C">
                <a:alpha val="7059"/>
              </a:srgbClr>
            </a:outerShdw>
          </a:effectLst>
        </p:spPr>
      </p:sp>
      <p:sp>
        <p:nvSpPr>
          <p:cNvPr id="28" name="c6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2B1D1A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6EFE2"/>
            </a:gs>
            <a:gs pos="55000">
              <a:srgbClr val="F1E2D0"/>
            </a:gs>
            <a:gs pos="100000">
              <a:srgbClr val="EBD3C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C15F3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2B1D1A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6D1F2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5C4A42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1E2D0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6EFE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8A7568"/>
          </a:solidFill>
          <a:ln>
            <a:noFill/>
          </a:ln>
        </p:spPr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E3D6C0"/>
            </a:solidFill>
          </a:ln>
        </p:spPr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8A756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2B1D1A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8A7568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28999"/>
            <a:ext cx="2349472" cy="253020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2B1D1A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От первого текста до записей клиенток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Платформа изучает услуги, мастеров и атмосферу салона,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6D1F2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6D1F2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Поисковики и нейросети фиксируют новый контент о вашем салоне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C15F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C15F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2B1D1A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8A7568"/>
                </a:solidFill>
                <a:latin typeface="MiSans"/>
                <a:ea typeface="MiSans"/>
              </a:rPr>
              <a:t>Клиентки находят вас, доверяют рекомендации нейросети и записываются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6D1F2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6EFE2"/>
                </a:solidFill>
                <a:latin typeface="MiSans"/>
                <a:ea typeface="MiSans"/>
              </a:rPr>
              <a:t>Система работает 24/7: вы занимаетесь клиентками — Промптер занимается продвижением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pa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pa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6EFE2">
                  <a:alpha val="0"/>
                </a:srgbClr>
              </a:gs>
              <a:gs pos="100000">
                <a:srgbClr val="F6EFE2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ДЛЯ ВАШЕГО САЛОНА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Салон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Вас называют, когда клиентка спрашивает, куда пойти на процедуры,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2B1D1A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78764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8A7568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58164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6D1F2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8A7568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47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28164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2B1D1A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C15F3C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48964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8A7568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78764"/>
            <a:ext cx="12700" cy="38100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2B1D1A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Экспертный контент об услугах, мастерах и трендах красоты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C15F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2B1D1A"/>
                </a:solidFill>
                <a:latin typeface="MiSans"/>
                <a:ea typeface="MiSans"/>
              </a:rPr>
              <a:t>6 площадок для публикаций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8A7568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E3D6C0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36164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C15F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36164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8A7568"/>
                </a:solidFill>
                <a:latin typeface="MiSans"/>
                <a:ea typeface="MiSans"/>
              </a:rPr>
              <a:t>ПРОМПТЕР · САЛОНЫ КРАСОТЫ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2B1D1A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eyJpY29uTmFtZSI6ImZhczpzcGEifQ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6D1F2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2B1D1A"/>
                </a:solidFill>
                <a:latin typeface="MiSans"/>
                <a:ea typeface="MiSans"/>
              </a:rPr>
              <a:t>Экспертиза в бьюти-сфере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8A7568"/>
                </a:solidFill>
                <a:latin typeface="MiSans"/>
                <a:ea typeface="MiSans"/>
              </a:rPr>
              <a:t>Знаем специфику салонов красоты, студий и косметологий — говорим с клиентками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8A7568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6C0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2B1D1A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A7568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2B1D1A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8A756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923</Words>
  <Application>Microsoft Office PowerPoint</Application>
  <PresentationFormat>Широкоэкранный</PresentationFormat>
  <Paragraphs>153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салонов красоты — GEO/SEO-продвижение</dc:title>
  <dc:subject>Промптер для салонов красоты — GEO/SEO-продвижение</dc:subject>
  <dc:creator>Kimi</dc:creator>
  <cp:lastModifiedBy>Пупкин Толя</cp:lastModifiedBy>
  <cp:revision>3</cp:revision>
  <dcterms:modified xsi:type="dcterms:W3CDTF">2026-07-23T17:49:57Z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салонов красоты — GEO/SEO-продвижение","ContentProducer":"001191110108MACG2KBH8F10000","ProduceID":"19f8fdb9-3492-8b31-8000-0000820bf017","ReservedCode1":"","ContentPropagator":"001191110108MACG2KBH8F20000","PropagateID":"19f73adb-8c92-8708-8000-09088e4502a4","ReservedCode2":""}</vt:lpwstr>
  </property>
</Properties>
</file>