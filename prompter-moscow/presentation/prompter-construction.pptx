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construction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СТРОИТЕЛЬСТВА И РЕМОНТА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СТРОИТЕЛЬСТВА И РЕМОНТА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/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строительные и ремонтные компании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СТРОИТЕЛЬНЫЙ БИЗНЕС НЕ ДОБИВАЕТСЯ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строительных и ремонтных компаний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Заказчик спрашивает у нейросети «кто сделает ремонт» или «какой бригаде доверить объект»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Владелец и прорабы заняты объектами — на статьи, посты и фотоотчёты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 бизнес теряет клиентов ещё до того, как они решили, куда пойти за покупкой или услугой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/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продажи, поток клиентов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Заказчики всё чаще спрашивают «кто сделает ремонт под ключ» или «кому доверить стройку»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Клиенты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клиентов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купить и починить рядом с домом?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места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Магазин «Соседи»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Сервис «Мастер рядом»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______________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/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бизнес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клиентам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строительные и ремонтные компании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об услугах, объектах, сроках и ценах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клиентов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вашей компании и её объектах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заявок на объекты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услуги, объекты, сроки и цены,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Заказчики находят вас, доверяют рекомендации нейросети и приходят с объектом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 работает 24/7: вы занимаетесь клиентами — Промптер занимается продвижением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заказчик спрашивает, кто сделает ремонт или построит,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об услугах, объектах и ценах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5 площадок для публикаций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строительстве и ремонте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строительных и ремонтных компаний — говорим с клиентами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