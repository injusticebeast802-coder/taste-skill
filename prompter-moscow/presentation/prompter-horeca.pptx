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horeca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HoReCa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>HoReCa</a:t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отели, рестораны и кафе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БИЗНЕС В HoReCa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отелей, ресторанов и кафе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Гости спрашивают у нейросети «где поесть» или «где остановиться»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Управляющий и команда заняты гостями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бизнес теряет гостей ещё до того, как они решили, куда пойти или где остановиться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бронирования, посещаемость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Гости всё чаще спрашивают «лучший отель рядом» или «куда сходить поесть»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Гости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Гость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гостей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остановиться и поужинать в центре?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места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Отель «У набережной»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Ресторан «Домашний»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бизнес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гостям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отели, рестораны и кафе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кухне, номерах, сервисе и событиях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гостей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отеле, ресторане или кафе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гостей у ваших дверей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меню, номера, сервис и атмосферу,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Гости находят вас, доверяют рекомендации нейросети и приходят в зал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работает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24/7: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вы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занимаетесь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гостями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—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Промптер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продвижением</a:t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гость спрашивает, где остановиться или поесть,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кухне, номерах, сервисе и спецпредложениях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HoReCa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отелей, ресторанов и кафе — говорим с гостями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