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horeca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HoReCa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>HoReCa</a:t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отели, рестораны и кафе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БИЗНЕС В HoReCa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отелей, ресторанов и кафе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Гости спрашивают у нейросети «где поесть» или «где остановиться»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Управляющий и команда заняты гостями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3" name="edit-box"/>
          <p:cNvSpPr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 w="12700">
            <a:solidFill>
              <a:srgbClr val="3D6BFF"/>
            </a:solidFill>
            <a:prstDash val="dash"/>
          </a:ln>
        </p:spPr>
      </p:sp>
      <p:sp>
        <p:nvSpPr>
          <p:cNvPr id="24" name="edit-text"/>
          <p:cNvSpPr txBox="1"/>
          <p:nvPr/>
        </p:nvSpPr>
        <p:spPr>
          <a:xfrm>
            <a:off x="6553200" y="44196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9AA6D4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бизнес теряет гостей ещё до того, как они решили, куда пойти или где остановиться</a:t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бронирования, посещаемость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Гости всё чаще спрашивают «лучший отель рядом» или «куда сходить поесть»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Гость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гостей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остановиться и поужинать в центре?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Отель «У набережной»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Ресторан «Домашний»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гостям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отели, рестораны и кафе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кухне, номерах, сервисе и событиях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гостей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отеле, ресторане или кафе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гостей у ваших дверей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меню, номера, сервис и атмосферу,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Гости находят вас, доверяют рекомендации нейросети и приходят в зал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24/7: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вы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занимаетесь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гостями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продвижением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гость спрашивает, где остановиться или поесть,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8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3D6BFF"/>
            </a:solidFill>
            <a:prstDash val="dash"/>
          </a:ln>
        </p:spPr>
      </p:sp>
      <p:sp>
        <p:nvSpPr>
          <p:cNvPr id="19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9AA6D4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добавьте свою выгоду</a:t>
            </a:r>
            <a:endParaRPr lang="en-US" sz="115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кухне, номерах, сервисе и спецпредложениях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HoReCa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HoReCa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отелей, ресторанов и кафе — говорим с гостями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Methodmos@mail.ru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