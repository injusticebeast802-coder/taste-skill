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3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10271455" cy="2473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 b="0">
                <a:solidFill>
                  <a:srgbClr val="FFFFFF"/>
                </a:solidFill>
                <a:latin typeface="Unbounded"/>
              </a:rPr>
              <a:t>«Контент-фабрики есть у всех, это не новость. Новость в том, что управление циклом можно отдать самому ИИ: он знает правила своих собратьев лучше человека»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73352"/>
            <a:ext cx="82296" cy="2363724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366260"/>
            <a:ext cx="10271455" cy="320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7FC4FF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166360"/>
            <a:ext cx="10820095" cy="10972"/>
          </a:xfrm>
          <a:prstGeom prst="rect">
            <a:avLst/>
          </a:prstGeom>
          <a:solidFill>
            <a:srgbClr val="3E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413248"/>
            <a:ext cx="10820095" cy="381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9FB6DC"/>
                </a:solidFill>
                <a:latin typeface="Inter"/>
              </a:rPr>
              <a:t>Исследование · Стратегия · Генерация</a:t>
            </a:r>
            <a:r>
              <a:rPr sz="1800" b="1">
                <a:solidFill>
                  <a:srgbClr val="FFFFFF"/>
                </a:solidFill>
                <a:latin typeface="Inter"/>
              </a:rPr>
              <a:t>      Проверка · Публикация · 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600"/>
            <a:ext cx="10820095" cy="313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FB6DC"/>
                </a:solidFill>
                <a:latin typeface="Inter"/>
              </a:rPr>
              <a:t>Светлым — то, что почти везде до сих пор делает человек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4 / 8</a:t>
            </a:r>
          </a:p>
        </p:txBody>
      </p:sp>
      <p:pic>
        <p:nvPicPr>
          <p:cNvPr id="4" name="Picture 3" descr="press-nejro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775" y="0"/>
            <a:ext cx="3931920" cy="6858000"/>
          </a:xfrm>
          <a:prstGeom prst="rect">
            <a:avLst/>
          </a:prstGeom>
        </p:spPr>
      </p:pic>
      <p:pic>
        <p:nvPicPr>
          <p:cNvPr id="5" name="Picture 4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37360"/>
            <a:ext cx="6568135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200" b="0">
                <a:solidFill>
                  <a:srgbClr val="FFFFFF"/>
                </a:solidFill>
                <a:latin typeface="Unbounded"/>
              </a:rPr>
              <a:t>«Предприниматель тратит на соцсети не деньги, а своё время — самый дорогой ресурс в компании»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10512"/>
            <a:ext cx="82296" cy="2523743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4663440"/>
            <a:ext cx="6568135" cy="320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7FC4FF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394960"/>
            <a:ext cx="7025335" cy="10972"/>
          </a:xfrm>
          <a:prstGeom prst="rect">
            <a:avLst/>
          </a:prstGeom>
          <a:solidFill>
            <a:srgbClr val="3E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632704"/>
            <a:ext cx="702533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9FB6DC"/>
                </a:solidFill>
                <a:latin typeface="Inter"/>
              </a:rPr>
              <a:t>Согласование тем · Правки текстов · Раскладка по площадкам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5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820095" cy="1083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0" b="1">
                <a:solidFill>
                  <a:srgbClr val="4ADE80"/>
                </a:solidFill>
                <a:latin typeface="Unbounded"/>
              </a:rPr>
              <a:t>120–150 000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1468"/>
            <a:ext cx="1082009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D6E4FF"/>
                </a:solidFill>
                <a:latin typeface="Inter"/>
              </a:rPr>
              <a:t>в месяц — столько стоит digital-агентство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1027145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600" b="0">
                <a:solidFill>
                  <a:srgbClr val="FFFFFF"/>
                </a:solidFill>
                <a:latin typeface="Unbounded"/>
              </a:rPr>
              <a:t>«Чтобы работать с нейросетями самому, нужно покупать токены, держать зарубежные аккаунты и воевать с блокировками. Готовый сервис снимает это целиком»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67912"/>
            <a:ext cx="82296" cy="1627632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824728"/>
            <a:ext cx="10271455" cy="320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7FC4FF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6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4937760" cy="126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200" b="1">
                <a:solidFill>
                  <a:srgbClr val="4ADE80"/>
                </a:solidFill>
                <a:latin typeface="Unbounded"/>
              </a:rPr>
              <a:t>3–6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D6E4FF"/>
                </a:solidFill>
                <a:latin typeface="Inter"/>
              </a:rPr>
              <a:t>месяцев занимает выход в нейровыдачу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45720" cy="13716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554480"/>
            <a:ext cx="4922215" cy="901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D6E4FF"/>
                </a:solidFill>
                <a:latin typeface="Inter"/>
              </a:rPr>
              <a:t>Маркировать фото и видео как созданные ИИ закон сегодня не требует. </a:t>
            </a:r>
            <a:r>
              <a:rPr sz="1500" b="0">
                <a:solidFill>
                  <a:srgbClr val="9FB6DC"/>
                </a:solidFill>
                <a:latin typeface="Inter"/>
              </a:rPr>
              <a:t>Этим грех не пользоваться.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86200"/>
            <a:ext cx="10271455" cy="1865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800" b="0">
                <a:solidFill>
                  <a:srgbClr val="FFFFFF"/>
                </a:solidFill>
                <a:latin typeface="Unbounded"/>
              </a:rPr>
              <a:t>«Клиент больше не листает десять ссылок — он спрашивает нейросеть и получает два-три названия. Попасть в этот ответ можно целенаправленно»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59352"/>
            <a:ext cx="82296" cy="1755648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044184"/>
            <a:ext cx="10271455" cy="320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7FC4FF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8 / 8</a:t>
            </a:r>
          </a:p>
        </p:txBody>
      </p:sp>
      <p:pic>
        <p:nvPicPr>
          <p:cNvPr id="8" name="Picture 7" descr="press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775" y="1600200"/>
            <a:ext cx="210312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54135" y="3904487"/>
            <a:ext cx="2651760" cy="353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prompter-ai.moscow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4135" y="4258310"/>
            <a:ext cx="2651760" cy="304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7FC4FF"/>
                </a:solidFill>
                <a:latin typeface="Inter"/>
              </a:rPr>
              <a:t>SEO и GEO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7985455" cy="727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FFFFFF"/>
                </a:solidFill>
                <a:latin typeface="Unbounded"/>
              </a:rPr>
              <a:t>Полный AI цикл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92832"/>
            <a:ext cx="7985455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D6E4FF"/>
                </a:solidFill>
                <a:latin typeface="Inter"/>
              </a:rPr>
              <a:t>Исследование, генерация контента, автоматическая публикация на площадках, аналитика нейровыдачи.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52952"/>
            <a:ext cx="7985455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D6E4FF"/>
                </a:solidFill>
                <a:latin typeface="Inter"/>
              </a:rPr>
              <a:t>Интеллектуальный сервис для автоматизации SMM и усиления цифрового присутствия компании в интернете.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257800"/>
            <a:ext cx="10820095" cy="10972"/>
          </a:xfrm>
          <a:prstGeom prst="rect">
            <a:avLst/>
          </a:prstGeom>
          <a:solidFill>
            <a:srgbClr val="3E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10820095" cy="398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FFFFF"/>
                </a:solidFill>
                <a:latin typeface="Inter"/>
              </a:rPr>
              <a:t>+7 906 758-77-77     @geniimoscow     prompter.moscow@mail.ru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76747"/>
            <a:ext cx="10820095" cy="295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9FB6DC"/>
                </a:solidFill>
                <a:latin typeface="Inter"/>
              </a:rPr>
              <a:t>Руслан Анатольевич Дёмин, управляющий партнёр     ГенИИ — официальный партнёр «Промптера» по Москве и области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273</Words>
  <Application>Microsoft Office PowerPoint</Application>
  <PresentationFormat>Широкоэкранный</PresentationFormat>
  <Paragraphs>38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Inter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Пупкин Толя</cp:lastModifiedBy>
  <cp:revision>2</cp:revision>
  <dcterms:created xsi:type="dcterms:W3CDTF">2013-01-27T09:14:16Z</dcterms:created>
  <dcterms:modified xsi:type="dcterms:W3CDTF">2026-10-19T16:18:36Z</dcterms:modified>
  <cp:category/>
</cp:coreProperties>
</file>