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kid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ДЕТСКИХ ТОВАРОВ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ДЕТСКИХ ТОВАРОВ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магазины и бренды детских товаров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ДЕТСКИЕ БРЕНДЫ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магазинов и брендов детских товаров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Родители спрашивают у нейросети «что безопаснее» и «что выбрать по возрасту» — и она называет конкурентов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команда заняты продажами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бренд теряет родителей ещё до того, как они решили, кому доверить покупку для ребёнка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доверие родителей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Родители всё чаще спрашивают «что безопаснее для ребёнка»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Родители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Родитель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Что купить ребёнку и какому бренду верить?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бренда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Магазин «Малыш»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Бренд «Первый шаг»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бренд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родителям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магазины и бренды детских товаров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товарах, возрасте и безопасности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родителей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магазине детских товаров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заказов родителей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ассортимент, возраст и безопасность,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Родители находят вас, доверяют рекомендации нейросети и оформляют заказ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продажами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родитель спрашивает, что выбрать ребёнку,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товарах, возрасте, безопасности и уходе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6 площадок для публикаций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детских товарах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магазинов и брендов детских товаров — говорим с родителями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